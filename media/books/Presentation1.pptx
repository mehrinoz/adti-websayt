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9F2E2-1864-307E-2C4C-69C0B670E2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B97BF5-7643-2BCB-96FE-26A6EF944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83A98-4B94-07F0-5A24-C36AD2034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EF80E-DF89-4C9E-9596-2E52DD93BE7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08AD3-CE21-B649-71A5-D1A34CAA0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3B19E-103B-297F-51B0-5FDEC06C4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7284-CB40-489D-A975-11D839FCC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6190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8D20D-BCD4-7896-FD1C-9D2A2BE51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F8D69-61C5-BA82-A986-9ED0D0130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BA1DC-F2AE-4D42-FBF5-999BAD59A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EF80E-DF89-4C9E-9596-2E52DD93BE7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970ED-ED1D-F0FC-5B8F-6C7B64B2C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341A0-A969-59C2-A95C-F7D02FB33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7284-CB40-489D-A975-11D839FCC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428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DAD18-CA3F-DAB1-340F-D6DE7ED9A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67A22-1778-CBB8-A28B-88193CD8E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8DDBC-25A5-295E-8623-CF716EB33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EF80E-DF89-4C9E-9596-2E52DD93BE7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404D8-B189-8558-15D0-5F1581F07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B88A7-6D52-E479-D6CC-1CECBACA5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7284-CB40-489D-A975-11D839FCC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6190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C6F34-3C3E-6179-F94D-9F9441EA9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93E28-78EE-4875-483B-AF5CCDF22C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60914-4ADA-C1AB-FB92-F4D144886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263EF-3D6F-4A4D-EBC9-4104E384A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EF80E-DF89-4C9E-9596-2E52DD93BE7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53492-A756-B224-CA05-99E4B8A44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96D9C-4C63-D818-4540-0991B857D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7284-CB40-489D-A975-11D839FCC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825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D892A-CD5A-E6E0-383F-18FBA8F4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20AEA-19D7-0868-EDBB-E03833108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B6107E-E356-C30A-0B71-FACC39AEF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B023BC-97CD-93F7-8E4A-FA56B7894E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A20308-797C-CA21-1AAC-245ACBB34A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4EFBB8-9252-90A3-F7B4-FEE9AB383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EF80E-DF89-4C9E-9596-2E52DD93BE7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24DBD-2C27-BEF4-4F39-2C084C5E6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A552F2-280E-65FC-4EF6-E0412859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7284-CB40-489D-A975-11D839FCC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781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88E0C-412B-854F-C143-A5A0A5A9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8B9958-05EA-96A3-3449-6D339B10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EF80E-DF89-4C9E-9596-2E52DD93BE7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64E6D4-1475-07D0-2B05-515378386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E40D3-B220-0DF3-A542-D7A2FB45E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7284-CB40-489D-A975-11D839FCC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689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C5A0C1-854C-E7E8-5E18-4D9AC3304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EF80E-DF89-4C9E-9596-2E52DD93BE7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E7FDFC-2D9F-92DE-9A88-4B293249A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0DF42-F082-0428-0B9D-A8A12EAE4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7284-CB40-489D-A975-11D839FCC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6941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A397B-9BAA-6164-894A-4F686D83A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BCF22-4100-3489-8321-D6B99CDC0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FF3190-335C-7EC3-5CB1-52A6E8E44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F5EE4-C097-2FCD-3DEA-73587CF06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EF80E-DF89-4C9E-9596-2E52DD93BE7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BA5AD-6499-F853-F75E-1CFE72400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316D9-4455-BCDA-12BD-031F59691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7284-CB40-489D-A975-11D839FCC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1535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6ACFA-9F6A-A7BA-AA4C-AA6ECB20C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63E25F-A331-6833-2E3C-DCCDD4FA4B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A2651-944F-FE84-B5F8-AE340B2B3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BFEF0-9C60-FD0A-C54D-EB9C29A55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EF80E-DF89-4C9E-9596-2E52DD93BE7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D5A2E-3153-C064-E9B1-12DC8AC8E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869EF-36CB-3645-8989-834FD907B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7284-CB40-489D-A975-11D839FCC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066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6BBD7-46D1-4D3F-886D-F4D5C48FE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D15F0-C338-1F52-143B-BFDC9AAA0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8D908-4F8C-5460-0EC7-9358227A3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EF80E-DF89-4C9E-9596-2E52DD93BE7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A7D03-E725-BE4B-2812-2A17712C6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6DD0B-43B7-906F-DC53-CD7BD2320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7284-CB40-489D-A975-11D839FCC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17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C8BC3-B587-4DDB-AFC4-5A246D73DE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645FC9-ADA8-546C-536D-9DF22CA250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80DA9-EC06-8124-B0F8-24AA23068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EF80E-DF89-4C9E-9596-2E52DD93BE7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12B7E-5AE1-AECD-4704-0B1196CE9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2F1A4-A95C-28C3-68F1-0423CF532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7284-CB40-489D-A975-11D839FCC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448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B720A9-2C61-C41E-3EC2-7E909FAAE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84EC9-5D01-419E-F453-51ECA4F1E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2B492-220A-A6BC-FD31-158183C7B9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EF80E-DF89-4C9E-9596-2E52DD93BE7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0801B-AA5C-E186-D95D-5C0BA61DE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160C-1CE2-1286-829B-45C453313C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67284-CB40-489D-A975-11D839FCC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239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hlinkClick r:id="rId2" action="ppaction://hlinksldjump"/>
            <a:extLst>
              <a:ext uri="{FF2B5EF4-FFF2-40B4-BE49-F238E27FC236}">
                <a16:creationId xmlns:a16="http://schemas.microsoft.com/office/drawing/2014/main" id="{78784EDE-2AD3-B2D4-EBD5-816192584F0C}"/>
              </a:ext>
            </a:extLst>
          </p:cNvPr>
          <p:cNvSpPr/>
          <p:nvPr/>
        </p:nvSpPr>
        <p:spPr>
          <a:xfrm>
            <a:off x="1268963" y="942392"/>
            <a:ext cx="1716833" cy="6624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A642828-9672-81F3-4ABD-BA8DE42E867B}"/>
              </a:ext>
            </a:extLst>
          </p:cNvPr>
          <p:cNvSpPr/>
          <p:nvPr/>
        </p:nvSpPr>
        <p:spPr>
          <a:xfrm>
            <a:off x="1268963" y="3259494"/>
            <a:ext cx="1716833" cy="6624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54</a:t>
            </a:r>
            <a:endParaRPr lang="ru-RU" dirty="0"/>
          </a:p>
        </p:txBody>
      </p:sp>
      <p:sp>
        <p:nvSpPr>
          <p:cNvPr id="6" name="Oval 5">
            <a:hlinkClick r:id="rId3" action="ppaction://hlinksldjump"/>
            <a:extLst>
              <a:ext uri="{FF2B5EF4-FFF2-40B4-BE49-F238E27FC236}">
                <a16:creationId xmlns:a16="http://schemas.microsoft.com/office/drawing/2014/main" id="{817500A2-99F6-05E5-98DB-5A7BB3E80EF9}"/>
              </a:ext>
            </a:extLst>
          </p:cNvPr>
          <p:cNvSpPr/>
          <p:nvPr/>
        </p:nvSpPr>
        <p:spPr>
          <a:xfrm>
            <a:off x="4018384" y="886407"/>
            <a:ext cx="1716833" cy="6624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ru-RU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D34E4B-6FA4-7C18-B85F-8B32204BB5F1}"/>
              </a:ext>
            </a:extLst>
          </p:cNvPr>
          <p:cNvSpPr/>
          <p:nvPr/>
        </p:nvSpPr>
        <p:spPr>
          <a:xfrm>
            <a:off x="4556449" y="3259494"/>
            <a:ext cx="1716833" cy="6624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ru-RU" dirty="0"/>
          </a:p>
        </p:txBody>
      </p:sp>
      <p:sp>
        <p:nvSpPr>
          <p:cNvPr id="8" name="Rectangle 7">
            <a:hlinkClick r:id="" action="ppaction://macro?name=RandomNumber"/>
            <a:extLst>
              <a:ext uri="{FF2B5EF4-FFF2-40B4-BE49-F238E27FC236}">
                <a16:creationId xmlns:a16="http://schemas.microsoft.com/office/drawing/2014/main" id="{89A164A9-F06C-C213-6AD7-79BC0360A930}"/>
              </a:ext>
            </a:extLst>
          </p:cNvPr>
          <p:cNvSpPr/>
          <p:nvPr/>
        </p:nvSpPr>
        <p:spPr>
          <a:xfrm>
            <a:off x="8266922" y="2090057"/>
            <a:ext cx="2845837" cy="10077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Random </a:t>
            </a:r>
            <a:r>
              <a:rPr lang="en-US" dirty="0" err="1"/>
              <a:t>tanlash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9F4E94-8FDA-F079-56B0-E45D7D0E27A3}"/>
              </a:ext>
            </a:extLst>
          </p:cNvPr>
          <p:cNvSpPr txBox="1"/>
          <p:nvPr/>
        </p:nvSpPr>
        <p:spPr>
          <a:xfrm>
            <a:off x="5640355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5591A1-3B15-2E87-C711-E75882E5BECB}"/>
              </a:ext>
            </a:extLst>
          </p:cNvPr>
          <p:cNvSpPr txBox="1"/>
          <p:nvPr/>
        </p:nvSpPr>
        <p:spPr>
          <a:xfrm>
            <a:off x="8266922" y="376023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230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BA656-FCBD-550E-E5AB-1AFC8673E1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1-list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B1B7B4-E69F-34E9-A782-F0C2397B58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3266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49347-0EBB-AA35-104C-79211CFCF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2-list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62DEE-D734-3B6C-74AB-1036A642E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218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D6F6B-C6ED-DB5F-02A3-9DA126E66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3list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A41C1-E9B0-FD0F-29A6-475C0058C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690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9589B-B241-F7FF-466C-DFA26E199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4-list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9DA53-7EDB-D070-8E9F-452C5903F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7B5D92-E667-96F6-0B43-70FED22FDB6D}"/>
              </a:ext>
            </a:extLst>
          </p:cNvPr>
          <p:cNvSpPr/>
          <p:nvPr/>
        </p:nvSpPr>
        <p:spPr>
          <a:xfrm>
            <a:off x="2631233" y="4152122"/>
            <a:ext cx="4525347" cy="11196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ortga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6127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1-list</vt:lpstr>
      <vt:lpstr>2-list</vt:lpstr>
      <vt:lpstr>3list</vt:lpstr>
      <vt:lpstr>4-list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</cp:revision>
  <dcterms:created xsi:type="dcterms:W3CDTF">2025-11-23T03:27:15Z</dcterms:created>
  <dcterms:modified xsi:type="dcterms:W3CDTF">2025-11-23T03:50:05Z</dcterms:modified>
</cp:coreProperties>
</file>